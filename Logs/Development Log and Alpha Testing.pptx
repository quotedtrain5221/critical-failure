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omments/modernComment_100_68C49C6.xml" ContentType="application/vnd.ms-powerpoint.comments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GB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566DD6F6-1B0B-2351-1B34-242F146A8762}" name="JAR24887099 (Ieuan Jarvis)" initials="JJ" userId="S::jar24887099@stu.gcs.ac.uk::ca6f5ab3-fc5c-42ee-a46c-5f4c8d500c29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3940E55-2AF4-3544-3025-A50D6A750F6B}" v="1069" dt="2025-10-10T09:15:25.501"/>
    <p1510:client id="{B3A2F057-D9CB-BEFB-7B99-58B46FACF419}" v="9" dt="2025-10-10T09:01:16.39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72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108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10" Type="http://schemas.microsoft.com/office/2018/10/relationships/authors" Target="author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R24887099 (Ieuan Jarvis)" userId="S::jar24887099@stu.gcs.ac.uk::ca6f5ab3-fc5c-42ee-a46c-5f4c8d500c29" providerId="AD" clId="Web-{B3A2F057-D9CB-BEFB-7B99-58B46FACF419}"/>
    <pc:docChg chg="modSld">
      <pc:chgData name="JAR24887099 (Ieuan Jarvis)" userId="S::jar24887099@stu.gcs.ac.uk::ca6f5ab3-fc5c-42ee-a46c-5f4c8d500c29" providerId="AD" clId="Web-{B3A2F057-D9CB-BEFB-7B99-58B46FACF419}" dt="2025-10-10T09:01:16.390" v="6" actId="20577"/>
      <pc:docMkLst>
        <pc:docMk/>
      </pc:docMkLst>
      <pc:sldChg chg="addSp delSp modSp">
        <pc:chgData name="JAR24887099 (Ieuan Jarvis)" userId="S::jar24887099@stu.gcs.ac.uk::ca6f5ab3-fc5c-42ee-a46c-5f4c8d500c29" providerId="AD" clId="Web-{B3A2F057-D9CB-BEFB-7B99-58B46FACF419}" dt="2025-10-10T09:01:16.390" v="6" actId="20577"/>
        <pc:sldMkLst>
          <pc:docMk/>
          <pc:sldMk cId="109857222" sldId="256"/>
        </pc:sldMkLst>
        <pc:spChg chg="del">
          <ac:chgData name="JAR24887099 (Ieuan Jarvis)" userId="S::jar24887099@stu.gcs.ac.uk::ca6f5ab3-fc5c-42ee-a46c-5f4c8d500c29" providerId="AD" clId="Web-{B3A2F057-D9CB-BEFB-7B99-58B46FACF419}" dt="2025-10-10T09:01:06.671" v="1"/>
          <ac:spMkLst>
            <pc:docMk/>
            <pc:sldMk cId="109857222" sldId="256"/>
            <ac:spMk id="2" creationId="{00000000-0000-0000-0000-000000000000}"/>
          </ac:spMkLst>
        </pc:spChg>
        <pc:spChg chg="del">
          <ac:chgData name="JAR24887099 (Ieuan Jarvis)" userId="S::jar24887099@stu.gcs.ac.uk::ca6f5ab3-fc5c-42ee-a46c-5f4c8d500c29" providerId="AD" clId="Web-{B3A2F057-D9CB-BEFB-7B99-58B46FACF419}" dt="2025-10-10T09:01:06.671" v="0"/>
          <ac:spMkLst>
            <pc:docMk/>
            <pc:sldMk cId="109857222" sldId="256"/>
            <ac:spMk id="3" creationId="{00000000-0000-0000-0000-000000000000}"/>
          </ac:spMkLst>
        </pc:spChg>
        <pc:spChg chg="add mod">
          <ac:chgData name="JAR24887099 (Ieuan Jarvis)" userId="S::jar24887099@stu.gcs.ac.uk::ca6f5ab3-fc5c-42ee-a46c-5f4c8d500c29" providerId="AD" clId="Web-{B3A2F057-D9CB-BEFB-7B99-58B46FACF419}" dt="2025-10-10T09:01:16.390" v="6" actId="20577"/>
          <ac:spMkLst>
            <pc:docMk/>
            <pc:sldMk cId="109857222" sldId="256"/>
            <ac:spMk id="4" creationId="{411363CF-6A0B-0B94-74A0-D17285299A62}"/>
          </ac:spMkLst>
        </pc:spChg>
      </pc:sldChg>
    </pc:docChg>
  </pc:docChgLst>
  <pc:docChgLst>
    <pc:chgData name="JAR24887099 (Ieuan Jarvis)" userId="S::jar24887099@stu.gcs.ac.uk::ca6f5ab3-fc5c-42ee-a46c-5f4c8d500c29" providerId="AD" clId="Web-{A3940E55-2AF4-3544-3025-A50D6A750F6B}"/>
    <pc:docChg chg="mod addSld delSld modSld">
      <pc:chgData name="JAR24887099 (Ieuan Jarvis)" userId="S::jar24887099@stu.gcs.ac.uk::ca6f5ab3-fc5c-42ee-a46c-5f4c8d500c29" providerId="AD" clId="Web-{A3940E55-2AF4-3544-3025-A50D6A750F6B}" dt="2025-10-10T09:14:48.936" v="989"/>
      <pc:docMkLst>
        <pc:docMk/>
      </pc:docMkLst>
      <pc:sldChg chg="addSp modSp">
        <pc:chgData name="JAR24887099 (Ieuan Jarvis)" userId="S::jar24887099@stu.gcs.ac.uk::ca6f5ab3-fc5c-42ee-a46c-5f4c8d500c29" providerId="AD" clId="Web-{A3940E55-2AF4-3544-3025-A50D6A750F6B}" dt="2025-10-10T09:05:44.769" v="142" actId="20577"/>
        <pc:sldMkLst>
          <pc:docMk/>
          <pc:sldMk cId="109857222" sldId="256"/>
        </pc:sldMkLst>
        <pc:spChg chg="add mod">
          <ac:chgData name="JAR24887099 (Ieuan Jarvis)" userId="S::jar24887099@stu.gcs.ac.uk::ca6f5ab3-fc5c-42ee-a46c-5f4c8d500c29" providerId="AD" clId="Web-{A3940E55-2AF4-3544-3025-A50D6A750F6B}" dt="2025-10-10T09:05:41.769" v="140" actId="20577"/>
          <ac:spMkLst>
            <pc:docMk/>
            <pc:sldMk cId="109857222" sldId="256"/>
            <ac:spMk id="2" creationId="{AF1B1338-8017-36DE-855E-3547A044D322}"/>
          </ac:spMkLst>
        </pc:spChg>
        <pc:spChg chg="add mod">
          <ac:chgData name="JAR24887099 (Ieuan Jarvis)" userId="S::jar24887099@stu.gcs.ac.uk::ca6f5ab3-fc5c-42ee-a46c-5f4c8d500c29" providerId="AD" clId="Web-{A3940E55-2AF4-3544-3025-A50D6A750F6B}" dt="2025-10-10T09:05:38.909" v="138" actId="20577"/>
          <ac:spMkLst>
            <pc:docMk/>
            <pc:sldMk cId="109857222" sldId="256"/>
            <ac:spMk id="3" creationId="{ABD11597-3654-1961-B5A6-D8586A06F825}"/>
          </ac:spMkLst>
        </pc:spChg>
        <pc:spChg chg="mod">
          <ac:chgData name="JAR24887099 (Ieuan Jarvis)" userId="S::jar24887099@stu.gcs.ac.uk::ca6f5ab3-fc5c-42ee-a46c-5f4c8d500c29" providerId="AD" clId="Web-{A3940E55-2AF4-3544-3025-A50D6A750F6B}" dt="2025-10-10T09:05:44.769" v="142" actId="20577"/>
          <ac:spMkLst>
            <pc:docMk/>
            <pc:sldMk cId="109857222" sldId="256"/>
            <ac:spMk id="4" creationId="{411363CF-6A0B-0B94-74A0-D17285299A62}"/>
          </ac:spMkLst>
        </pc:spChg>
        <pc:spChg chg="add mod">
          <ac:chgData name="JAR24887099 (Ieuan Jarvis)" userId="S::jar24887099@stu.gcs.ac.uk::ca6f5ab3-fc5c-42ee-a46c-5f4c8d500c29" providerId="AD" clId="Web-{A3940E55-2AF4-3544-3025-A50D6A750F6B}" dt="2025-10-10T09:04:00.016" v="75"/>
          <ac:spMkLst>
            <pc:docMk/>
            <pc:sldMk cId="109857222" sldId="256"/>
            <ac:spMk id="5" creationId="{DCA695A0-909F-2E29-C934-FA8D8A2486AB}"/>
          </ac:spMkLst>
        </pc:spChg>
        <pc:spChg chg="add mod">
          <ac:chgData name="JAR24887099 (Ieuan Jarvis)" userId="S::jar24887099@stu.gcs.ac.uk::ca6f5ab3-fc5c-42ee-a46c-5f4c8d500c29" providerId="AD" clId="Web-{A3940E55-2AF4-3544-3025-A50D6A750F6B}" dt="2025-10-10T09:05:32.800" v="137" actId="1076"/>
          <ac:spMkLst>
            <pc:docMk/>
            <pc:sldMk cId="109857222" sldId="256"/>
            <ac:spMk id="6" creationId="{E0A8C236-FDA4-5077-8330-330C0462E935}"/>
          </ac:spMkLst>
        </pc:spChg>
      </pc:sldChg>
      <pc:sldChg chg="addSp delSp modSp new">
        <pc:chgData name="JAR24887099 (Ieuan Jarvis)" userId="S::jar24887099@stu.gcs.ac.uk::ca6f5ab3-fc5c-42ee-a46c-5f4c8d500c29" providerId="AD" clId="Web-{A3940E55-2AF4-3544-3025-A50D6A750F6B}" dt="2025-10-10T09:14:48.936" v="989"/>
        <pc:sldMkLst>
          <pc:docMk/>
          <pc:sldMk cId="701652988" sldId="257"/>
        </pc:sldMkLst>
        <pc:spChg chg="del">
          <ac:chgData name="JAR24887099 (Ieuan Jarvis)" userId="S::jar24887099@stu.gcs.ac.uk::ca6f5ab3-fc5c-42ee-a46c-5f4c8d500c29" providerId="AD" clId="Web-{A3940E55-2AF4-3544-3025-A50D6A750F6B}" dt="2025-10-10T09:08:31.391" v="173"/>
          <ac:spMkLst>
            <pc:docMk/>
            <pc:sldMk cId="701652988" sldId="257"/>
            <ac:spMk id="2" creationId="{0EEC1063-2DF2-D0CD-513B-57D80D7776B4}"/>
          </ac:spMkLst>
        </pc:spChg>
        <pc:spChg chg="del">
          <ac:chgData name="JAR24887099 (Ieuan Jarvis)" userId="S::jar24887099@stu.gcs.ac.uk::ca6f5ab3-fc5c-42ee-a46c-5f4c8d500c29" providerId="AD" clId="Web-{A3940E55-2AF4-3544-3025-A50D6A750F6B}" dt="2025-10-10T09:08:31.391" v="172"/>
          <ac:spMkLst>
            <pc:docMk/>
            <pc:sldMk cId="701652988" sldId="257"/>
            <ac:spMk id="3" creationId="{1B690A7A-A4D2-02CD-5446-FF2B884F7FFB}"/>
          </ac:spMkLst>
        </pc:spChg>
        <pc:graphicFrameChg chg="add mod modGraphic">
          <ac:chgData name="JAR24887099 (Ieuan Jarvis)" userId="S::jar24887099@stu.gcs.ac.uk::ca6f5ab3-fc5c-42ee-a46c-5f4c8d500c29" providerId="AD" clId="Web-{A3940E55-2AF4-3544-3025-A50D6A750F6B}" dt="2025-10-10T09:14:48.936" v="989"/>
          <ac:graphicFrameMkLst>
            <pc:docMk/>
            <pc:sldMk cId="701652988" sldId="257"/>
            <ac:graphicFrameMk id="4" creationId="{CCDCD7CC-FF07-70A3-611E-3D7FC910C776}"/>
          </ac:graphicFrameMkLst>
        </pc:graphicFrameChg>
      </pc:sldChg>
      <pc:sldChg chg="addSp delSp modSp new del">
        <pc:chgData name="JAR24887099 (Ieuan Jarvis)" userId="S::jar24887099@stu.gcs.ac.uk::ca6f5ab3-fc5c-42ee-a46c-5f4c8d500c29" providerId="AD" clId="Web-{A3940E55-2AF4-3544-3025-A50D6A750F6B}" dt="2025-10-10T09:07:07.834" v="170"/>
        <pc:sldMkLst>
          <pc:docMk/>
          <pc:sldMk cId="3088267700" sldId="257"/>
        </pc:sldMkLst>
        <pc:spChg chg="del mod">
          <ac:chgData name="JAR24887099 (Ieuan Jarvis)" userId="S::jar24887099@stu.gcs.ac.uk::ca6f5ab3-fc5c-42ee-a46c-5f4c8d500c29" providerId="AD" clId="Web-{A3940E55-2AF4-3544-3025-A50D6A750F6B}" dt="2025-10-10T09:06:38.677" v="147"/>
          <ac:spMkLst>
            <pc:docMk/>
            <pc:sldMk cId="3088267700" sldId="257"/>
            <ac:spMk id="2" creationId="{DDA1E1D6-71F2-F10E-BDC0-1C33E5FF6D59}"/>
          </ac:spMkLst>
        </pc:spChg>
        <pc:spChg chg="del">
          <ac:chgData name="JAR24887099 (Ieuan Jarvis)" userId="S::jar24887099@stu.gcs.ac.uk::ca6f5ab3-fc5c-42ee-a46c-5f4c8d500c29" providerId="AD" clId="Web-{A3940E55-2AF4-3544-3025-A50D6A750F6B}" dt="2025-10-10T09:06:38.677" v="146"/>
          <ac:spMkLst>
            <pc:docMk/>
            <pc:sldMk cId="3088267700" sldId="257"/>
            <ac:spMk id="3" creationId="{CC1E8614-F299-DCDF-537B-EB1DC3AB50B3}"/>
          </ac:spMkLst>
        </pc:spChg>
        <pc:spChg chg="add del mod">
          <ac:chgData name="JAR24887099 (Ieuan Jarvis)" userId="S::jar24887099@stu.gcs.ac.uk::ca6f5ab3-fc5c-42ee-a46c-5f4c8d500c29" providerId="AD" clId="Web-{A3940E55-2AF4-3544-3025-A50D6A750F6B}" dt="2025-10-10T09:06:41.005" v="148"/>
          <ac:spMkLst>
            <pc:docMk/>
            <pc:sldMk cId="3088267700" sldId="257"/>
            <ac:spMk id="5" creationId="{20E164F1-1C43-5F77-66C7-26177399F608}"/>
          </ac:spMkLst>
        </pc:spChg>
        <pc:graphicFrameChg chg="add del mod modGraphic">
          <ac:chgData name="JAR24887099 (Ieuan Jarvis)" userId="S::jar24887099@stu.gcs.ac.uk::ca6f5ab3-fc5c-42ee-a46c-5f4c8d500c29" providerId="AD" clId="Web-{A3940E55-2AF4-3544-3025-A50D6A750F6B}" dt="2025-10-10T09:07:05.537" v="169"/>
          <ac:graphicFrameMkLst>
            <pc:docMk/>
            <pc:sldMk cId="3088267700" sldId="257"/>
            <ac:graphicFrameMk id="6" creationId="{04FB4B92-84C5-47B6-B143-3E14DC51B47E}"/>
          </ac:graphicFrameMkLst>
        </pc:graphicFrameChg>
      </pc:sldChg>
    </pc:docChg>
  </pc:docChgLst>
</pc:chgInfo>
</file>

<file path=ppt/comments/modernComment_100_68C49C6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6DB92719-FE1B-4F64-AAC0-8BCEB8A4943A}" authorId="{566DD6F6-1B0B-2351-1B34-242F146A8762}" created="2025-10-10T09:06:24.583">
    <pc:sldMkLst xmlns:pc="http://schemas.microsoft.com/office/powerpoint/2013/main/command">
      <pc:docMk/>
      <pc:sldMk cId="109857222" sldId="256"/>
    </pc:sldMkLst>
    <p188:txBody>
      <a:bodyPr/>
      <a:lstStyle/>
      <a:p>
        <a:r>
          <a:rPr lang="en-GB"/>
          <a:t>Template Slide</a:t>
        </a:r>
      </a:p>
    </p188:txBody>
  </p188:cm>
</p188:cmLst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21/11/2025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21/11/2025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21/11/2025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21/11/2025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21/11/2025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21/11/2025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21/11/2025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21/11/2025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21/11/2025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21/11/2025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21/11/2025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GB" smtClean="0"/>
              <a:t>21/11/2025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GB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microsoft.com/office/2018/10/relationships/comments" Target="../comments/modernComment_100_68C49C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11363CF-6A0B-0B94-74A0-D17285299A62}"/>
              </a:ext>
            </a:extLst>
          </p:cNvPr>
          <p:cNvSpPr txBox="1"/>
          <p:nvPr/>
        </p:nvSpPr>
        <p:spPr>
          <a:xfrm>
            <a:off x="7763992" y="90121"/>
            <a:ext cx="1809641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1600" dirty="0"/>
              <a:t>Date – 21/11/2025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F1B1338-8017-36DE-855E-3547A044D322}"/>
              </a:ext>
            </a:extLst>
          </p:cNvPr>
          <p:cNvSpPr txBox="1"/>
          <p:nvPr/>
        </p:nvSpPr>
        <p:spPr>
          <a:xfrm>
            <a:off x="5651845" y="90120"/>
            <a:ext cx="1959856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1600" dirty="0"/>
              <a:t>Game Build V.0.1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BD11597-3654-1961-B5A6-D8586A06F825}"/>
              </a:ext>
            </a:extLst>
          </p:cNvPr>
          <p:cNvSpPr txBox="1"/>
          <p:nvPr/>
        </p:nvSpPr>
        <p:spPr>
          <a:xfrm>
            <a:off x="5648215" y="563289"/>
            <a:ext cx="3926490" cy="1114151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1600" dirty="0"/>
              <a:t>Summary Of Session</a:t>
            </a:r>
          </a:p>
          <a:p>
            <a:endParaRPr lang="en-GB" dirty="0"/>
          </a:p>
          <a:p>
            <a:r>
              <a:rPr lang="en-GB" dirty="0"/>
              <a:t>I have finished outlining the design for the main office room.</a:t>
            </a:r>
          </a:p>
          <a:p>
            <a:endParaRPr lang="en-GB" dirty="0"/>
          </a:p>
          <a:p>
            <a:r>
              <a:rPr lang="en-GB" dirty="0"/>
              <a:t>I have corrected my enemies AMCD-01 to 03 to remove weird white spots left by the fill tool and now they are ready to be used in the game.</a:t>
            </a:r>
          </a:p>
          <a:p>
            <a:endParaRPr lang="en-GB" dirty="0"/>
          </a:p>
          <a:p>
            <a:r>
              <a:rPr lang="en-GB" dirty="0"/>
              <a:t>I have created the design/animation stages for the doors.</a:t>
            </a:r>
          </a:p>
          <a:p>
            <a:endParaRPr lang="en-GB" dirty="0"/>
          </a:p>
          <a:p>
            <a:r>
              <a:rPr lang="en-GB" dirty="0"/>
              <a:t>I have designed the buttons.</a:t>
            </a:r>
          </a:p>
          <a:p>
            <a:endParaRPr lang="en-GB" dirty="0"/>
          </a:p>
          <a:p>
            <a:r>
              <a:rPr lang="en-GB" dirty="0"/>
              <a:t>Lastly, I have begun adding the designs into Gamemaker and going over them, refining them to look cleaner.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0A8C236-FDA4-5077-8330-330C0462E935}"/>
              </a:ext>
            </a:extLst>
          </p:cNvPr>
          <p:cNvSpPr txBox="1"/>
          <p:nvPr/>
        </p:nvSpPr>
        <p:spPr>
          <a:xfrm>
            <a:off x="9651124" y="54413"/>
            <a:ext cx="2438400" cy="929485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1600" dirty="0"/>
              <a:t>What to do for Next Session</a:t>
            </a:r>
          </a:p>
          <a:p>
            <a:endParaRPr lang="en-GB" sz="1600" dirty="0"/>
          </a:p>
          <a:p>
            <a:r>
              <a:rPr lang="en-GB" sz="1600" dirty="0"/>
              <a:t>Design the 8 other zones in which are where the cameras will be and how the player can see the facility.</a:t>
            </a:r>
          </a:p>
          <a:p>
            <a:endParaRPr lang="en-GB" sz="1600" dirty="0"/>
          </a:p>
          <a:p>
            <a:r>
              <a:rPr lang="en-GB" sz="1600" dirty="0"/>
              <a:t>Finish off Bulker</a:t>
            </a:r>
          </a:p>
          <a:p>
            <a:endParaRPr lang="en-GB" sz="1600" dirty="0"/>
          </a:p>
          <a:p>
            <a:r>
              <a:rPr lang="en-GB" sz="1600" dirty="0"/>
              <a:t>Map Out zone's layout inside the main room.</a:t>
            </a:r>
          </a:p>
          <a:p>
            <a:endParaRPr lang="en-GB" sz="1600" dirty="0"/>
          </a:p>
          <a:p>
            <a:r>
              <a:rPr lang="en-GB" sz="1600" dirty="0"/>
              <a:t>Design Menu/Start-Up Screens.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0DE02DD-7C0E-6907-4524-E440B9972EA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3826"/>
          <a:stretch>
            <a:fillRect/>
          </a:stretch>
        </p:blipFill>
        <p:spPr>
          <a:xfrm>
            <a:off x="0" y="0"/>
            <a:ext cx="2352947" cy="180097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D3F6F9B-E283-0871-5618-BF2AD8C13C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29366" y="0"/>
            <a:ext cx="2289200" cy="2160799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70CA2CA6-EDA2-4A0C-CE49-43EDB705BF0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38645" y="2210227"/>
            <a:ext cx="3630800" cy="2415388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7AED7DA6-F548-9D5E-1F49-049474294DB4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10547" r="31860"/>
          <a:stretch>
            <a:fillRect/>
          </a:stretch>
        </p:blipFill>
        <p:spPr>
          <a:xfrm>
            <a:off x="-1" y="2059622"/>
            <a:ext cx="1585600" cy="581106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19EB194A-4303-246E-A8F0-35BE6AB86E18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r="17625" b="10853"/>
          <a:stretch>
            <a:fillRect/>
          </a:stretch>
        </p:blipFill>
        <p:spPr>
          <a:xfrm>
            <a:off x="62861" y="2756530"/>
            <a:ext cx="1599365" cy="37002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CDCD7CC-FF07-70A3-611E-3D7FC910C7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701632"/>
              </p:ext>
            </p:extLst>
          </p:nvPr>
        </p:nvGraphicFramePr>
        <p:xfrm>
          <a:off x="97155" y="84201"/>
          <a:ext cx="11988463" cy="46983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6424">
                  <a:extLst>
                    <a:ext uri="{9D8B030D-6E8A-4147-A177-3AD203B41FA5}">
                      <a16:colId xmlns:a16="http://schemas.microsoft.com/office/drawing/2014/main" val="2041145262"/>
                    </a:ext>
                  </a:extLst>
                </a:gridCol>
                <a:gridCol w="2119731">
                  <a:extLst>
                    <a:ext uri="{9D8B030D-6E8A-4147-A177-3AD203B41FA5}">
                      <a16:colId xmlns:a16="http://schemas.microsoft.com/office/drawing/2014/main" val="4080696647"/>
                    </a:ext>
                  </a:extLst>
                </a:gridCol>
                <a:gridCol w="1998077">
                  <a:extLst>
                    <a:ext uri="{9D8B030D-6E8A-4147-A177-3AD203B41FA5}">
                      <a16:colId xmlns:a16="http://schemas.microsoft.com/office/drawing/2014/main" val="132880537"/>
                    </a:ext>
                  </a:extLst>
                </a:gridCol>
                <a:gridCol w="1998077">
                  <a:extLst>
                    <a:ext uri="{9D8B030D-6E8A-4147-A177-3AD203B41FA5}">
                      <a16:colId xmlns:a16="http://schemas.microsoft.com/office/drawing/2014/main" val="786884226"/>
                    </a:ext>
                  </a:extLst>
                </a:gridCol>
                <a:gridCol w="1998077">
                  <a:extLst>
                    <a:ext uri="{9D8B030D-6E8A-4147-A177-3AD203B41FA5}">
                      <a16:colId xmlns:a16="http://schemas.microsoft.com/office/drawing/2014/main" val="259252547"/>
                    </a:ext>
                  </a:extLst>
                </a:gridCol>
                <a:gridCol w="1998077">
                  <a:extLst>
                    <a:ext uri="{9D8B030D-6E8A-4147-A177-3AD203B41FA5}">
                      <a16:colId xmlns:a16="http://schemas.microsoft.com/office/drawing/2014/main" val="3694476725"/>
                    </a:ext>
                  </a:extLst>
                </a:gridCol>
              </a:tblGrid>
              <a:tr h="361950">
                <a:tc>
                  <a:txBody>
                    <a:bodyPr/>
                    <a:lstStyle/>
                    <a:p>
                      <a:r>
                        <a:rPr lang="en-GB" sz="1100" dirty="0"/>
                        <a:t>Test Number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100" dirty="0"/>
                        <a:t>Room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100" dirty="0"/>
                        <a:t>Objects Involved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100" dirty="0"/>
                        <a:t>Expected Outcome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100" dirty="0"/>
                        <a:t>Actual Outcome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100" dirty="0"/>
                        <a:t>Test Outcome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6324342"/>
                  </a:ext>
                </a:extLst>
              </a:tr>
              <a:tr h="595728">
                <a:tc>
                  <a:txBody>
                    <a:bodyPr/>
                    <a:lstStyle/>
                    <a:p>
                      <a:r>
                        <a:rPr lang="en-GB" sz="1100" dirty="0"/>
                        <a:t>Numerical Value of test beginning with 1.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100" dirty="0"/>
                        <a:t>What Room your test will be conducted in.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100" dirty="0"/>
                        <a:t>The Objects that your test will utilise during the test.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100" dirty="0"/>
                        <a:t>What is expected to happen during the test.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100" dirty="0"/>
                        <a:t>What Actually happened.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100" dirty="0"/>
                        <a:t>Did you have to do anything In reaction to the test? Fixing errors or changing code.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92039820"/>
                  </a:ext>
                </a:extLst>
              </a:tr>
              <a:tr h="595728">
                <a:tc>
                  <a:txBody>
                    <a:bodyPr/>
                    <a:lstStyle/>
                    <a:p>
                      <a:r>
                        <a:rPr lang="en-GB" sz="11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100" dirty="0"/>
                        <a:t>game_manor_stage_1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100" dirty="0" err="1"/>
                        <a:t>Player_OBJ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100" dirty="0"/>
                        <a:t>Player moves correctly with WASD keys.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100" dirty="0"/>
                        <a:t>The player did execute the correct functions </a:t>
                      </a:r>
                      <a:r>
                        <a:rPr lang="en-GB" sz="1100"/>
                        <a:t>applied</a:t>
                      </a:r>
                      <a:r>
                        <a:rPr lang="en-GB" sz="1100" dirty="0"/>
                        <a:t> to it from pressing one of the WASD keys.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100" dirty="0"/>
                        <a:t>Code wasn't </a:t>
                      </a:r>
                      <a:r>
                        <a:rPr lang="en-GB" sz="1100" dirty="0" err="1"/>
                        <a:t>chnaged</a:t>
                      </a:r>
                      <a:r>
                        <a:rPr lang="en-GB" sz="1100" dirty="0"/>
                        <a:t>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8166049"/>
                  </a:ext>
                </a:extLst>
              </a:tr>
              <a:tr h="595728">
                <a:tc>
                  <a:txBody>
                    <a:bodyPr/>
                    <a:lstStyle/>
                    <a:p>
                      <a:endParaRPr lang="en-GB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21134836"/>
                  </a:ext>
                </a:extLst>
              </a:tr>
              <a:tr h="595728">
                <a:tc>
                  <a:txBody>
                    <a:bodyPr/>
                    <a:lstStyle/>
                    <a:p>
                      <a:endParaRPr lang="en-GB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4402784"/>
                  </a:ext>
                </a:extLst>
              </a:tr>
              <a:tr h="595728">
                <a:tc>
                  <a:txBody>
                    <a:bodyPr/>
                    <a:lstStyle/>
                    <a:p>
                      <a:endParaRPr lang="en-GB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98605140"/>
                  </a:ext>
                </a:extLst>
              </a:tr>
              <a:tr h="595728">
                <a:tc>
                  <a:txBody>
                    <a:bodyPr/>
                    <a:lstStyle/>
                    <a:p>
                      <a:endParaRPr lang="en-GB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744234"/>
                  </a:ext>
                </a:extLst>
              </a:tr>
              <a:tr h="595728">
                <a:tc>
                  <a:txBody>
                    <a:bodyPr/>
                    <a:lstStyle/>
                    <a:p>
                      <a:endParaRPr lang="en-GB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063081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016529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48</TotalTime>
  <Words>248</Words>
  <Application>Microsoft Office PowerPoint</Application>
  <PresentationFormat>Widescreen</PresentationFormat>
  <Paragraphs>76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JAR24887099 (Ieuan Jarvis)</cp:lastModifiedBy>
  <cp:revision>101</cp:revision>
  <dcterms:created xsi:type="dcterms:W3CDTF">2025-10-10T09:00:53Z</dcterms:created>
  <dcterms:modified xsi:type="dcterms:W3CDTF">2025-11-21T15:32:47Z</dcterms:modified>
</cp:coreProperties>
</file>